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3" r:id="rId5"/>
    <p:sldId id="262" r:id="rId6"/>
    <p:sldId id="261" r:id="rId7"/>
    <p:sldId id="260" r:id="rId8"/>
    <p:sldId id="259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311D-38DD-4410-9BAE-76E3B54615A8}" type="datetimeFigureOut">
              <a:rPr lang="zh-TW" altLang="en-US" smtClean="0"/>
              <a:t>2018/4/2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027459E-EED6-453E-BB89-9C7D9FF0AB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5172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311D-38DD-4410-9BAE-76E3B54615A8}" type="datetimeFigureOut">
              <a:rPr lang="zh-TW" altLang="en-US" smtClean="0"/>
              <a:t>2018/4/2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7459E-EED6-453E-BB89-9C7D9FF0AB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0841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311D-38DD-4410-9BAE-76E3B54615A8}" type="datetimeFigureOut">
              <a:rPr lang="zh-TW" altLang="en-US" smtClean="0"/>
              <a:t>2018/4/2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027459E-EED6-453E-BB89-9C7D9FF0AB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3271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311D-38DD-4410-9BAE-76E3B54615A8}" type="datetimeFigureOut">
              <a:rPr lang="zh-TW" altLang="en-US" smtClean="0"/>
              <a:t>2018/4/2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027459E-EED6-453E-BB89-9C7D9FF0AB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7942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311D-38DD-4410-9BAE-76E3B54615A8}" type="datetimeFigureOut">
              <a:rPr lang="zh-TW" altLang="en-US" smtClean="0"/>
              <a:t>2018/4/2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027459E-EED6-453E-BB89-9C7D9FF0AB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6400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311D-38DD-4410-9BAE-76E3B54615A8}" type="datetimeFigureOut">
              <a:rPr lang="zh-TW" altLang="en-US" smtClean="0"/>
              <a:t>2018/4/2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7459E-EED6-453E-BB89-9C7D9FF0AB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0600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311D-38DD-4410-9BAE-76E3B54615A8}" type="datetimeFigureOut">
              <a:rPr lang="zh-TW" altLang="en-US" smtClean="0"/>
              <a:t>2018/4/2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7459E-EED6-453E-BB89-9C7D9FF0AB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4258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311D-38DD-4410-9BAE-76E3B54615A8}" type="datetimeFigureOut">
              <a:rPr lang="zh-TW" altLang="en-US" smtClean="0"/>
              <a:t>2018/4/2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7459E-EED6-453E-BB89-9C7D9FF0AB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1519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311D-38DD-4410-9BAE-76E3B54615A8}" type="datetimeFigureOut">
              <a:rPr lang="zh-TW" altLang="en-US" smtClean="0"/>
              <a:t>2018/4/2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027459E-EED6-453E-BB89-9C7D9FF0AB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8224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311D-38DD-4410-9BAE-76E3B54615A8}" type="datetimeFigureOut">
              <a:rPr lang="zh-TW" altLang="en-US" smtClean="0"/>
              <a:t>2018/4/2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027459E-EED6-453E-BB89-9C7D9FF0AB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3334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311D-38DD-4410-9BAE-76E3B54615A8}" type="datetimeFigureOut">
              <a:rPr lang="zh-TW" altLang="en-US" smtClean="0"/>
              <a:t>2018/4/2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027459E-EED6-453E-BB89-9C7D9FF0AB7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7984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311D-38DD-4410-9BAE-76E3B54615A8}" type="datetimeFigureOut">
              <a:rPr lang="zh-TW" altLang="en-US" smtClean="0"/>
              <a:t>2018/4/2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027459E-EED6-453E-BB89-9C7D9FF0AB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943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311D-38DD-4410-9BAE-76E3B54615A8}" type="datetimeFigureOut">
              <a:rPr lang="zh-TW" altLang="en-US" smtClean="0"/>
              <a:t>2018/4/2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027459E-EED6-453E-BB89-9C7D9FF0AB7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0618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311D-38DD-4410-9BAE-76E3B54615A8}" type="datetimeFigureOut">
              <a:rPr lang="zh-TW" altLang="en-US" smtClean="0"/>
              <a:t>2018/4/2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027459E-EED6-453E-BB89-9C7D9FF0AB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84055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311D-38DD-4410-9BAE-76E3B54615A8}" type="datetimeFigureOut">
              <a:rPr lang="zh-TW" altLang="en-US" smtClean="0"/>
              <a:t>2018/4/2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7459E-EED6-453E-BB89-9C7D9FF0AB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65996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7311D-38DD-4410-9BAE-76E3B54615A8}" type="datetimeFigureOut">
              <a:rPr lang="zh-TW" altLang="en-US" smtClean="0"/>
              <a:t>2018/4/2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7459E-EED6-453E-BB89-9C7D9FF0AB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0570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7311D-38DD-4410-9BAE-76E3B54615A8}" type="datetimeFigureOut">
              <a:rPr lang="zh-TW" altLang="en-US" smtClean="0"/>
              <a:t>2018/4/2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027459E-EED6-453E-BB89-9C7D9FF0AB7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3372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2589213" y="1682496"/>
            <a:ext cx="8915399" cy="2262781"/>
          </a:xfrm>
        </p:spPr>
        <p:txBody>
          <a:bodyPr/>
          <a:lstStyle/>
          <a:p>
            <a:pPr algn="ctr"/>
            <a:r>
              <a:rPr lang="en-US" altLang="zh-TW" dirty="0" smtClean="0"/>
              <a:t>FPGA </a:t>
            </a:r>
            <a:r>
              <a:rPr lang="zh-TW" altLang="en-US" dirty="0" smtClean="0"/>
              <a:t>平台介紹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68326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20642"/>
          </a:xfrm>
        </p:spPr>
        <p:txBody>
          <a:bodyPr/>
          <a:lstStyle/>
          <a:p>
            <a:pPr algn="ctr"/>
            <a:r>
              <a:rPr lang="en-US" altLang="zh-TW" spc="-5" dirty="0"/>
              <a:t>Peripheral</a:t>
            </a:r>
            <a:r>
              <a:rPr lang="en-US" altLang="zh-TW" spc="-30" dirty="0"/>
              <a:t> </a:t>
            </a:r>
            <a:r>
              <a:rPr lang="en-US" altLang="zh-TW" spc="-5" dirty="0"/>
              <a:t>Module</a:t>
            </a:r>
            <a:endParaRPr lang="zh-TW" altLang="en-US" dirty="0"/>
          </a:p>
        </p:txBody>
      </p:sp>
      <p:sp>
        <p:nvSpPr>
          <p:cNvPr id="4" name="object 4"/>
          <p:cNvSpPr>
            <a:spLocks noGrp="1"/>
          </p:cNvSpPr>
          <p:nvPr>
            <p:ph idx="1"/>
          </p:nvPr>
        </p:nvSpPr>
        <p:spPr>
          <a:xfrm>
            <a:off x="2589212" y="1335024"/>
            <a:ext cx="8915400" cy="46219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24239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spc="-5" dirty="0"/>
              <a:t>Xilinx Core</a:t>
            </a:r>
            <a:r>
              <a:rPr lang="en-US" altLang="zh-TW" spc="-25" dirty="0"/>
              <a:t> </a:t>
            </a:r>
            <a:r>
              <a:rPr lang="en-US" altLang="zh-TW" spc="-5" dirty="0"/>
              <a:t>Module</a:t>
            </a:r>
            <a:endParaRPr lang="zh-TW" altLang="en-US" dirty="0"/>
          </a:p>
        </p:txBody>
      </p:sp>
      <p:sp>
        <p:nvSpPr>
          <p:cNvPr id="4" name="object 4"/>
          <p:cNvSpPr>
            <a:spLocks noGrp="1"/>
          </p:cNvSpPr>
          <p:nvPr>
            <p:ph idx="1"/>
          </p:nvPr>
        </p:nvSpPr>
        <p:spPr>
          <a:xfrm>
            <a:off x="2589212" y="1453896"/>
            <a:ext cx="8915400" cy="44573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3268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spc="-10" dirty="0"/>
              <a:t>Altera </a:t>
            </a:r>
            <a:r>
              <a:rPr lang="en-US" altLang="zh-TW" spc="-5" dirty="0"/>
              <a:t>Core</a:t>
            </a:r>
            <a:r>
              <a:rPr lang="en-US" altLang="zh-TW" spc="-15" dirty="0"/>
              <a:t> </a:t>
            </a:r>
            <a:r>
              <a:rPr lang="en-US" altLang="zh-TW" spc="-5" dirty="0"/>
              <a:t>Module</a:t>
            </a:r>
            <a:endParaRPr lang="zh-TW" altLang="en-US" dirty="0"/>
          </a:p>
        </p:txBody>
      </p:sp>
      <p:sp>
        <p:nvSpPr>
          <p:cNvPr id="4" name="object 4"/>
          <p:cNvSpPr>
            <a:spLocks noGrp="1"/>
          </p:cNvSpPr>
          <p:nvPr>
            <p:ph idx="1"/>
          </p:nvPr>
        </p:nvSpPr>
        <p:spPr>
          <a:xfrm>
            <a:off x="2589212" y="1527048"/>
            <a:ext cx="8915400" cy="43841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7021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object 2"/>
          <p:cNvSpPr>
            <a:spLocks noGrp="1"/>
          </p:cNvSpPr>
          <p:nvPr>
            <p:ph idx="1"/>
          </p:nvPr>
        </p:nvSpPr>
        <p:spPr>
          <a:xfrm>
            <a:off x="2589212" y="624110"/>
            <a:ext cx="8915400" cy="5287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zh-TW" altLang="en-US"/>
          </a:p>
        </p:txBody>
      </p:sp>
      <p:sp>
        <p:nvSpPr>
          <p:cNvPr id="8" name="向右箭號 7"/>
          <p:cNvSpPr/>
          <p:nvPr/>
        </p:nvSpPr>
        <p:spPr>
          <a:xfrm>
            <a:off x="1901952" y="3026664"/>
            <a:ext cx="786384" cy="1737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7788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2337" y="29750"/>
            <a:ext cx="7277100" cy="244792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2337" y="2499360"/>
            <a:ext cx="9058275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856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2925" y="435829"/>
            <a:ext cx="6799788" cy="547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186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2858"/>
          <a:stretch/>
        </p:blipFill>
        <p:spPr>
          <a:xfrm>
            <a:off x="2132082" y="624110"/>
            <a:ext cx="7646747" cy="513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517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0423" y="624110"/>
            <a:ext cx="7524860" cy="528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349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2566" y="589852"/>
            <a:ext cx="8125283" cy="528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013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2205" y="624110"/>
            <a:ext cx="7896886" cy="528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602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016" y="624110"/>
            <a:ext cx="8105775" cy="5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842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2908" y="624110"/>
            <a:ext cx="9043932" cy="520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262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2925" y="624110"/>
            <a:ext cx="8526519" cy="4589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623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2199" y="624110"/>
            <a:ext cx="7977351" cy="528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229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7521" y="644716"/>
            <a:ext cx="7415858" cy="533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88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7148" y="624110"/>
            <a:ext cx="8889060" cy="528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27254"/>
      </p:ext>
    </p:extLst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絲縷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絲縷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絲縷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44</TotalTime>
  <Words>11</Words>
  <Application>Microsoft Office PowerPoint</Application>
  <PresentationFormat>寬螢幕</PresentationFormat>
  <Paragraphs>4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2" baseType="lpstr">
      <vt:lpstr>微軟正黑體</vt:lpstr>
      <vt:lpstr>Arial</vt:lpstr>
      <vt:lpstr>Century Gothic</vt:lpstr>
      <vt:lpstr>Wingdings 3</vt:lpstr>
      <vt:lpstr>絲縷</vt:lpstr>
      <vt:lpstr>FPGA 平台介紹</vt:lpstr>
      <vt:lpstr>Peripheral Module</vt:lpstr>
      <vt:lpstr>Xilinx Core Module</vt:lpstr>
      <vt:lpstr>Altera Core Module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FPGA 平台介紹</dc:title>
  <dc:creator>Windows 使用者</dc:creator>
  <cp:lastModifiedBy>Windows 使用者</cp:lastModifiedBy>
  <cp:revision>4</cp:revision>
  <dcterms:created xsi:type="dcterms:W3CDTF">2018-04-02T07:05:31Z</dcterms:created>
  <dcterms:modified xsi:type="dcterms:W3CDTF">2018-04-02T07:50:21Z</dcterms:modified>
</cp:coreProperties>
</file>